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01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03704" cy="6858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8869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Automotive PLM Consolidation  ·  18-Month Program 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" y="5768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8BA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&amp; BOM   ·   Change Mgmt   ·   Quality Mgmt   ·   Supplier Collaboration   ·   SAP   ·   NX   ·   Cadence   ·   Data Migration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655165" y="75665"/>
            <a:ext cx="137160" cy="91440"/>
          </a:xfrm>
          <a:prstGeom prst="roundRect">
            <a:avLst>
              <a:gd name="adj" fmla="val 20000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28901" y="66521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PoC &amp; Solution Design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655165" y="217397"/>
            <a:ext cx="137160" cy="91440"/>
          </a:xfrm>
          <a:prstGeom prst="roundRect">
            <a:avLst>
              <a:gd name="adj" fmla="val 20000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8901" y="208253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Sprint Dev &amp; Pilot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55165" y="359129"/>
            <a:ext cx="137160" cy="91440"/>
          </a:xfrm>
          <a:prstGeom prst="roundRect">
            <a:avLst>
              <a:gd name="adj" fmla="val 20000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8901" y="349985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Adoption &amp; Rollout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 rot="2700000">
            <a:off x="8678025" y="505433"/>
            <a:ext cx="96012" cy="960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8901" y="491717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 / Milestone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03704" y="886968"/>
            <a:ext cx="3243072" cy="219456"/>
          </a:xfrm>
          <a:prstGeom prst="rect">
            <a:avLst/>
          </a:prstGeom>
          <a:solidFill>
            <a:srgbClr val="2271B3">
              <a:alpha val="85000"/>
            </a:srgbClr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886968"/>
            <a:ext cx="316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PoC &amp; Solution Design  (M1 – M6)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46776" y="886968"/>
            <a:ext cx="3783584" cy="219456"/>
          </a:xfrm>
          <a:prstGeom prst="rect">
            <a:avLst/>
          </a:prstGeom>
          <a:solidFill>
            <a:srgbClr val="1A8C6B">
              <a:alpha val="85000"/>
            </a:srgbClr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3352" y="886968"/>
            <a:ext cx="371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Sprint Development &amp; Pilot Rollout  (M5 – M13)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230360" y="886968"/>
            <a:ext cx="2702560" cy="219456"/>
          </a:xfrm>
          <a:prstGeom prst="rect">
            <a:avLst/>
          </a:prstGeom>
          <a:solidFill>
            <a:srgbClr val="6B4DAB">
              <a:alpha val="85000"/>
            </a:srgbClr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6936" y="886968"/>
            <a:ext cx="2629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Adoption  (M12–M18)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03704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4216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4216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84728" y="1106424"/>
            <a:ext cx="540512" cy="201168"/>
          </a:xfrm>
          <a:prstGeom prst="rect">
            <a:avLst/>
          </a:prstGeom>
          <a:solidFill>
            <a:srgbClr val="D0DCF0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84728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825240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5240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365752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5752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906264" y="1106424"/>
            <a:ext cx="540512" cy="201168"/>
          </a:xfrm>
          <a:prstGeom prst="rect">
            <a:avLst/>
          </a:prstGeom>
          <a:solidFill>
            <a:srgbClr val="D0DCF0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6264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446776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6776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87288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7288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527800" y="1106424"/>
            <a:ext cx="540512" cy="201168"/>
          </a:xfrm>
          <a:prstGeom prst="rect">
            <a:avLst/>
          </a:prstGeom>
          <a:solidFill>
            <a:srgbClr val="D0DCF0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7800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068312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68312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608824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08824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149336" y="1106424"/>
            <a:ext cx="540512" cy="201168"/>
          </a:xfrm>
          <a:prstGeom prst="rect">
            <a:avLst/>
          </a:prstGeom>
          <a:solidFill>
            <a:srgbClr val="D0DCF0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49336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689848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9848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230360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0360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770872" y="1106424"/>
            <a:ext cx="540512" cy="201168"/>
          </a:xfrm>
          <a:prstGeom prst="rect">
            <a:avLst/>
          </a:prstGeom>
          <a:solidFill>
            <a:srgbClr val="D0DCF0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70872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311384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11384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851896" y="1106424"/>
            <a:ext cx="540512" cy="201168"/>
          </a:xfrm>
          <a:prstGeom prst="rect">
            <a:avLst/>
          </a:prstGeom>
          <a:solidFill>
            <a:srgbClr val="E0E8F5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51896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1392408" y="1106424"/>
            <a:ext cx="540512" cy="201168"/>
          </a:xfrm>
          <a:prstGeom prst="rect">
            <a:avLst/>
          </a:prstGeom>
          <a:solidFill>
            <a:srgbClr val="D0DCF0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392408" y="1106424"/>
            <a:ext cx="54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28600" y="1344168"/>
            <a:ext cx="1920240" cy="17373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" y="1344168"/>
            <a:ext cx="1865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BA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PLM CAPABILITIES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203704" y="1344168"/>
            <a:ext cx="9729216" cy="173736"/>
          </a:xfrm>
          <a:prstGeom prst="rect">
            <a:avLst/>
          </a:prstGeom>
          <a:solidFill>
            <a:srgbClr val="1A2E55">
              <a:alpha val="40000"/>
            </a:srgbClr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8600" y="1517904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1517904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&amp; BOM Management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03704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4216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84728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25240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5752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06264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6776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87288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27800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68312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08824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49336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89848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30360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70872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11384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851896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392408" y="151790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40280" y="1618654"/>
            <a:ext cx="2088896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861816" y="1618654"/>
            <a:ext cx="4250944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645400" y="1618654"/>
            <a:ext cx="3206496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700000">
            <a:off x="4002722" y="1635026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700000">
            <a:off x="7786306" y="1635026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28600" y="1937697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1937697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203704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4216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84728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825240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65752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06264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46776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87288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27800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68312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08824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149336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689848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230360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770872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311384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851896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392408" y="193769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240280" y="2038447"/>
            <a:ext cx="2629408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02328" y="2038447"/>
            <a:ext cx="4250944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185912" y="2038447"/>
            <a:ext cx="3710432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2700000">
            <a:off x="4543234" y="2054819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2700000">
            <a:off x="8326818" y="2054819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28600" y="2357489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0040" y="2357489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2203704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744216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84728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825240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65752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906264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446776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87288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27800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68312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608824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149336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689848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230360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770872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311384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851896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392408" y="235748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780792" y="2458240"/>
            <a:ext cx="2629408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942840" y="2458240"/>
            <a:ext cx="4250944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726424" y="2458240"/>
            <a:ext cx="3169920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2700000">
            <a:off x="5083746" y="2474612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2700000">
            <a:off x="8867330" y="2474612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28600" y="2777282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20040" y="2777282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2203704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44216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284728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825240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365752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906264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446776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987288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27800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068312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608824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149336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689848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230360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770872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311384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851896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1392408" y="2777282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780792" y="2878032"/>
            <a:ext cx="2629408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942840" y="2878032"/>
            <a:ext cx="4250944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726424" y="2878032"/>
            <a:ext cx="3169920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2700000">
            <a:off x="5083746" y="2894404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2700000">
            <a:off x="8867330" y="2894404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28600" y="3197075"/>
            <a:ext cx="1920240" cy="17373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83464" y="3197075"/>
            <a:ext cx="1865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BA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2203704" y="3197075"/>
            <a:ext cx="9729216" cy="173736"/>
          </a:xfrm>
          <a:prstGeom prst="rect">
            <a:avLst/>
          </a:prstGeom>
          <a:solidFill>
            <a:srgbClr val="1A2E55">
              <a:alpha val="40000"/>
            </a:srgbClr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28600" y="3370811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20040" y="3370811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Integration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2203704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744216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284728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825240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365752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906264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446776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987288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527800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068312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608824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149336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689848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230360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770872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311384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851896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392408" y="3370811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240280" y="3471561"/>
            <a:ext cx="2629408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402328" y="3471561"/>
            <a:ext cx="4791456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726424" y="3471561"/>
            <a:ext cx="3169920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2700000">
            <a:off x="4543234" y="3487933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2700000">
            <a:off x="8867330" y="3487933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28600" y="3790604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20040" y="3790604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Integration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2203704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744216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284728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825240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365752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906264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446776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987288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527800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68312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8824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149336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689848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230360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770872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311384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851896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1392408" y="3790604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780792" y="3891354"/>
            <a:ext cx="2088896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402328" y="3891354"/>
            <a:ext cx="4590566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689848" y="3891354"/>
            <a:ext cx="3206496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2700000">
            <a:off x="4543234" y="3907726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28600" y="4210396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320040" y="4210396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Integration</a:t>
            </a:r>
            <a:endParaRPr lang="en-US" sz="800" dirty="0"/>
          </a:p>
        </p:txBody>
      </p:sp>
      <p:sp>
        <p:nvSpPr>
          <p:cNvPr id="214" name="Shape 212"/>
          <p:cNvSpPr/>
          <p:nvPr/>
        </p:nvSpPr>
        <p:spPr>
          <a:xfrm>
            <a:off x="2203704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744216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284728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825240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365752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906264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446776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987288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527800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068312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608824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149336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689848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230360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770872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311384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851896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392408" y="4210396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321304" y="4311147"/>
            <a:ext cx="2088896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942840" y="4311147"/>
            <a:ext cx="4250944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726424" y="4311147"/>
            <a:ext cx="3169920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2700000">
            <a:off x="5083746" y="4327519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2700000">
            <a:off x="8867330" y="4327519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228600" y="4630189"/>
            <a:ext cx="1920240" cy="17373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283464" y="4630189"/>
            <a:ext cx="1865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BA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650" dirty="0"/>
          </a:p>
        </p:txBody>
      </p:sp>
      <p:sp>
        <p:nvSpPr>
          <p:cNvPr id="239" name="Shape 237"/>
          <p:cNvSpPr/>
          <p:nvPr/>
        </p:nvSpPr>
        <p:spPr>
          <a:xfrm>
            <a:off x="2203704" y="4630189"/>
            <a:ext cx="9729216" cy="173736"/>
          </a:xfrm>
          <a:prstGeom prst="rect">
            <a:avLst/>
          </a:prstGeom>
          <a:solidFill>
            <a:srgbClr val="1A2E55">
              <a:alpha val="40000"/>
            </a:srgbClr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28600" y="4803925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320040" y="4803925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2203704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2744216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284728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825240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365752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906264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446776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987288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527800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068312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608824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149336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689848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230360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70872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0311384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851896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392408" y="4803925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240280" y="4904675"/>
            <a:ext cx="2088896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3861816" y="4904675"/>
            <a:ext cx="6412992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807448" y="4904675"/>
            <a:ext cx="2088896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rot="2700000">
            <a:off x="4002722" y="4921047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rot="2700000">
            <a:off x="9948354" y="4921047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228600" y="5223718"/>
            <a:ext cx="1920240" cy="17373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283464" y="5223718"/>
            <a:ext cx="1865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BA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2203704" y="5223718"/>
            <a:ext cx="9729216" cy="173736"/>
          </a:xfrm>
          <a:prstGeom prst="rect">
            <a:avLst/>
          </a:prstGeom>
          <a:solidFill>
            <a:srgbClr val="1A2E55">
              <a:alpha val="40000"/>
            </a:srgbClr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228600" y="5397454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320040" y="5397454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Governance</a:t>
            </a:r>
            <a:endParaRPr lang="en-US" sz="800" dirty="0"/>
          </a:p>
        </p:txBody>
      </p:sp>
      <p:sp>
        <p:nvSpPr>
          <p:cNvPr id="270" name="Shape 268"/>
          <p:cNvSpPr/>
          <p:nvPr/>
        </p:nvSpPr>
        <p:spPr>
          <a:xfrm>
            <a:off x="2203704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744216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284728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825240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4365752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4906264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446776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987288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6527800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068312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7608824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149336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89848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9230360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9770872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311384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851896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1392408" y="5397454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2240280" y="5498204"/>
            <a:ext cx="3169920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942840" y="5498204"/>
            <a:ext cx="4525356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205420" y="5498204"/>
            <a:ext cx="2690923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228600" y="5817247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320040" y="5817247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 &amp; Training</a:t>
            </a:r>
            <a:endParaRPr lang="en-US" sz="800" dirty="0"/>
          </a:p>
        </p:txBody>
      </p:sp>
      <p:sp>
        <p:nvSpPr>
          <p:cNvPr id="293" name="Shape 291"/>
          <p:cNvSpPr/>
          <p:nvPr/>
        </p:nvSpPr>
        <p:spPr>
          <a:xfrm>
            <a:off x="2203704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2744216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3284728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3825240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365752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4906264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446776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987288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6527800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068312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7608824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8149336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689848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230360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770872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311384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851896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392408" y="5817247"/>
            <a:ext cx="540512" cy="419793"/>
          </a:xfrm>
          <a:prstGeom prst="rect">
            <a:avLst/>
          </a:prstGeom>
          <a:solidFill>
            <a:srgbClr val="E8EEF7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3321304" y="5917997"/>
            <a:ext cx="2088896" cy="218292"/>
          </a:xfrm>
          <a:prstGeom prst="roundRect">
            <a:avLst>
              <a:gd name="adj" fmla="val 16756"/>
            </a:avLst>
          </a:prstGeom>
          <a:solidFill>
            <a:srgbClr val="2271B3"/>
          </a:solidFill>
          <a:ln w="12700">
            <a:solidFill>
              <a:srgbClr val="2271B3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4942840" y="5917997"/>
            <a:ext cx="3710432" cy="218292"/>
          </a:xfrm>
          <a:prstGeom prst="roundRect">
            <a:avLst>
              <a:gd name="adj" fmla="val 16756"/>
            </a:avLst>
          </a:prstGeom>
          <a:solidFill>
            <a:srgbClr val="1A8C6B"/>
          </a:solidFill>
          <a:ln w="12700">
            <a:solidFill>
              <a:srgbClr val="1A8C6B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185912" y="5917997"/>
            <a:ext cx="3710432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 rot="2700000">
            <a:off x="8326818" y="5934369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28600" y="6237039"/>
            <a:ext cx="1920240" cy="419793"/>
          </a:xfrm>
          <a:prstGeom prst="rect">
            <a:avLst/>
          </a:prstGeom>
          <a:solidFill>
            <a:srgbClr val="132247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320040" y="6237039"/>
            <a:ext cx="1828800" cy="41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&amp; Rollout</a:t>
            </a:r>
            <a:endParaRPr lang="en-US" sz="800" dirty="0"/>
          </a:p>
        </p:txBody>
      </p:sp>
      <p:sp>
        <p:nvSpPr>
          <p:cNvPr id="317" name="Shape 315"/>
          <p:cNvSpPr/>
          <p:nvPr/>
        </p:nvSpPr>
        <p:spPr>
          <a:xfrm>
            <a:off x="2203704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2744216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3284728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3825240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4365752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4906264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446776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987288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527800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068312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7608824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8149336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8689848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9230360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9770872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0311384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0851896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92408" y="6237039"/>
            <a:ext cx="540512" cy="419793"/>
          </a:xfrm>
          <a:prstGeom prst="rect">
            <a:avLst/>
          </a:prstGeom>
          <a:solidFill>
            <a:srgbClr val="F4F7FB"/>
          </a:solidFill>
          <a:ln w="3810">
            <a:solidFill>
              <a:srgbClr val="C8D4E8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8726424" y="6337790"/>
            <a:ext cx="3169920" cy="218292"/>
          </a:xfrm>
          <a:prstGeom prst="roundRect">
            <a:avLst>
              <a:gd name="adj" fmla="val 16756"/>
            </a:avLst>
          </a:prstGeom>
          <a:solidFill>
            <a:srgbClr val="6B4DAB"/>
          </a:solidFill>
          <a:ln w="12700">
            <a:solidFill>
              <a:srgbClr val="6B4DAB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 rot="2700000">
            <a:off x="8867330" y="6354161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 rot="2700000">
            <a:off x="11569890" y="6354161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5446776" y="886968"/>
            <a:ext cx="0" cy="5769864"/>
          </a:xfrm>
          <a:prstGeom prst="line">
            <a:avLst/>
          </a:prstGeom>
          <a:noFill/>
          <a:ln w="15240">
            <a:solidFill>
              <a:srgbClr val="FFFFFF"/>
            </a:solidFill>
            <a:prstDash val="dash"/>
          </a:ln>
        </p:spPr>
      </p:sp>
      <p:sp>
        <p:nvSpPr>
          <p:cNvPr id="339" name="Shape 337"/>
          <p:cNvSpPr/>
          <p:nvPr/>
        </p:nvSpPr>
        <p:spPr>
          <a:xfrm>
            <a:off x="9230360" y="886968"/>
            <a:ext cx="0" cy="5769864"/>
          </a:xfrm>
          <a:prstGeom prst="line">
            <a:avLst/>
          </a:prstGeom>
          <a:noFill/>
          <a:ln w="15240">
            <a:solidFill>
              <a:srgbClr val="FFFFFF"/>
            </a:solidFill>
            <a:prstDash val="dash"/>
          </a:ln>
        </p:spPr>
      </p:sp>
      <p:sp>
        <p:nvSpPr>
          <p:cNvPr id="340" name="Shape 338"/>
          <p:cNvSpPr/>
          <p:nvPr/>
        </p:nvSpPr>
        <p:spPr>
          <a:xfrm>
            <a:off x="0" y="6665976"/>
            <a:ext cx="12161520" cy="1920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1" name="Text 339"/>
          <p:cNvSpPr/>
          <p:nvPr/>
        </p:nvSpPr>
        <p:spPr>
          <a:xfrm>
            <a:off x="228600" y="6665976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BA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◆ denote phase gate reviews and go-live events  ·  Phases overlap to enable continuous delivery  ·  M = Month</a:t>
            </a:r>
            <a:endParaRPr lang="en-US" sz="650" dirty="0"/>
          </a:p>
        </p:txBody>
      </p:sp>
      <p:sp>
        <p:nvSpPr>
          <p:cNvPr id="342" name="Text 340"/>
          <p:cNvSpPr/>
          <p:nvPr/>
        </p:nvSpPr>
        <p:spPr>
          <a:xfrm>
            <a:off x="9235440" y="666597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A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PLM Consolidation  ·  Confidential</a:t>
            </a:r>
            <a:endParaRPr lang="en-US" sz="650" dirty="0"/>
          </a:p>
        </p:txBody>
      </p:sp>
      <p:sp>
        <p:nvSpPr>
          <p:cNvPr id="343" name="Shape 104"/>
          <p:cNvSpPr/>
          <p:nvPr/>
        </p:nvSpPr>
        <p:spPr>
          <a:xfrm>
            <a:off x="11944557" y="897220"/>
            <a:ext cx="229756" cy="5759612"/>
          </a:xfrm>
          <a:prstGeom prst="roundRect">
            <a:avLst>
              <a:gd name="adj" fmla="val 1160"/>
            </a:avLst>
          </a:prstGeom>
          <a:solidFill>
            <a:schemeClr val="accent2">
              <a:lumMod val="75000"/>
            </a:schemeClr>
          </a:solidFill>
          <a:ln w="12700">
            <a:solidFill>
              <a:srgbClr val="6B4DAB"/>
            </a:solidFill>
            <a:prstDash val="solid"/>
          </a:ln>
        </p:spPr>
        <p:txBody>
          <a:bodyPr vert="vert270" anchor="ctr"/>
          <a:lstStyle/>
          <a:p>
            <a:pPr algn="ctr"/>
            <a:r>
              <a:rPr lang="en-GB" sz="10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Hyper care</a:t>
            </a:r>
            <a:endParaRPr lang="en-IN" sz="105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4" name="Shape 8"/>
          <p:cNvSpPr/>
          <p:nvPr/>
        </p:nvSpPr>
        <p:spPr>
          <a:xfrm>
            <a:off x="8655165" y="649590"/>
            <a:ext cx="137160" cy="9144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55" name="Text 9"/>
          <p:cNvSpPr/>
          <p:nvPr/>
        </p:nvSpPr>
        <p:spPr>
          <a:xfrm>
            <a:off x="8828901" y="64044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care period</a:t>
            </a:r>
            <a:endParaRPr lang="en-US" sz="750" dirty="0"/>
          </a:p>
        </p:txBody>
      </p:sp>
      <p:sp>
        <p:nvSpPr>
          <p:cNvPr id="356" name="Shape 79"/>
          <p:cNvSpPr/>
          <p:nvPr/>
        </p:nvSpPr>
        <p:spPr>
          <a:xfrm>
            <a:off x="10311382" y="1618654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57" name="Shape 81"/>
          <p:cNvSpPr/>
          <p:nvPr/>
        </p:nvSpPr>
        <p:spPr>
          <a:xfrm rot="2700000">
            <a:off x="10324873" y="1635026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8" name="Shape 79"/>
          <p:cNvSpPr/>
          <p:nvPr/>
        </p:nvSpPr>
        <p:spPr>
          <a:xfrm>
            <a:off x="10311382" y="2025701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59" name="Shape 81"/>
          <p:cNvSpPr/>
          <p:nvPr/>
        </p:nvSpPr>
        <p:spPr>
          <a:xfrm rot="2700000">
            <a:off x="10324873" y="2042073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0" name="Shape 79"/>
          <p:cNvSpPr/>
          <p:nvPr/>
        </p:nvSpPr>
        <p:spPr>
          <a:xfrm>
            <a:off x="10311382" y="2458239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61" name="Shape 81"/>
          <p:cNvSpPr/>
          <p:nvPr/>
        </p:nvSpPr>
        <p:spPr>
          <a:xfrm rot="2700000">
            <a:off x="10324873" y="2474611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2" name="Shape 79"/>
          <p:cNvSpPr/>
          <p:nvPr/>
        </p:nvSpPr>
        <p:spPr>
          <a:xfrm>
            <a:off x="10311382" y="2867505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63" name="Shape 81"/>
          <p:cNvSpPr/>
          <p:nvPr/>
        </p:nvSpPr>
        <p:spPr>
          <a:xfrm rot="2700000">
            <a:off x="10324873" y="2883877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4" name="Shape 79"/>
          <p:cNvSpPr/>
          <p:nvPr/>
        </p:nvSpPr>
        <p:spPr>
          <a:xfrm>
            <a:off x="10311382" y="3467959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65" name="Shape 81"/>
          <p:cNvSpPr/>
          <p:nvPr/>
        </p:nvSpPr>
        <p:spPr>
          <a:xfrm rot="2700000">
            <a:off x="10324873" y="3484331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6" name="Shape 79"/>
          <p:cNvSpPr/>
          <p:nvPr/>
        </p:nvSpPr>
        <p:spPr>
          <a:xfrm>
            <a:off x="10311382" y="3891908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67" name="Shape 81"/>
          <p:cNvSpPr/>
          <p:nvPr/>
        </p:nvSpPr>
        <p:spPr>
          <a:xfrm rot="2700000">
            <a:off x="10324873" y="3908280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8" name="Shape 79"/>
          <p:cNvSpPr/>
          <p:nvPr/>
        </p:nvSpPr>
        <p:spPr>
          <a:xfrm>
            <a:off x="10311382" y="4315965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69" name="Shape 81"/>
          <p:cNvSpPr/>
          <p:nvPr/>
        </p:nvSpPr>
        <p:spPr>
          <a:xfrm rot="2700000">
            <a:off x="10324873" y="4332337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0" name="Shape 79"/>
          <p:cNvSpPr/>
          <p:nvPr/>
        </p:nvSpPr>
        <p:spPr>
          <a:xfrm>
            <a:off x="10311382" y="4904815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1" name="Shape 81"/>
          <p:cNvSpPr/>
          <p:nvPr/>
        </p:nvSpPr>
        <p:spPr>
          <a:xfrm rot="2700000">
            <a:off x="10324873" y="4921187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2" name="Shape 79"/>
          <p:cNvSpPr/>
          <p:nvPr/>
        </p:nvSpPr>
        <p:spPr>
          <a:xfrm>
            <a:off x="10311382" y="5919936"/>
            <a:ext cx="1609067" cy="218292"/>
          </a:xfrm>
          <a:prstGeom prst="roundRect">
            <a:avLst>
              <a:gd name="adj" fmla="val 16756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3" name="Shape 81"/>
          <p:cNvSpPr/>
          <p:nvPr/>
        </p:nvSpPr>
        <p:spPr>
          <a:xfrm rot="2700000">
            <a:off x="10324873" y="5936308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4" name="Shape 184"/>
          <p:cNvSpPr/>
          <p:nvPr/>
        </p:nvSpPr>
        <p:spPr>
          <a:xfrm rot="2700000">
            <a:off x="8867330" y="3911162"/>
            <a:ext cx="185548" cy="185548"/>
          </a:xfrm>
          <a:prstGeom prst="rect">
            <a:avLst/>
          </a:prstGeom>
          <a:solidFill>
            <a:srgbClr val="C0392B"/>
          </a:solidFill>
          <a:ln w="1016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169</Words>
  <Application>Microsoft Office PowerPoint</Application>
  <PresentationFormat>Widescreen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PLM Consolidation – 18-Month Program Roadmap</dc:title>
  <dc:subject>PptxGenJS Presentation</dc:subject>
  <dc:creator>PptxGenJS</dc:creator>
  <cp:lastModifiedBy>NS</cp:lastModifiedBy>
  <cp:revision>4</cp:revision>
  <dcterms:created xsi:type="dcterms:W3CDTF">2026-05-16T11:22:05Z</dcterms:created>
  <dcterms:modified xsi:type="dcterms:W3CDTF">2026-05-16T11:35:09Z</dcterms:modified>
</cp:coreProperties>
</file>